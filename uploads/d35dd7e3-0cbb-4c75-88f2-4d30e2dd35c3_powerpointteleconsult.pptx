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2" r:id="rId7"/>
    <p:sldId id="264" r:id="rId8"/>
    <p:sldId id="265" r:id="rId9"/>
    <p:sldId id="266" r:id="rId10"/>
    <p:sldId id="267" r:id="rId11"/>
    <p:sldId id="270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56" autoAdjust="0"/>
    <p:restoredTop sz="94660"/>
  </p:normalViewPr>
  <p:slideViewPr>
    <p:cSldViewPr snapToGrid="0">
      <p:cViewPr varScale="1">
        <p:scale>
          <a:sx n="73" d="100"/>
          <a:sy n="73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ouhammadoulamine.dieng@unchk.edu.sn/N01576420201" TargetMode="External"/><Relationship Id="rId2" Type="http://schemas.openxmlformats.org/officeDocument/2006/relationships/hyperlink" Target="mailto:Khady.dieng6@unchk.edu.sn/N057552020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40527" y="509451"/>
            <a:ext cx="8477794" cy="1045029"/>
          </a:xfrm>
        </p:spPr>
        <p:txBody>
          <a:bodyPr/>
          <a:lstStyle/>
          <a:p>
            <a:r>
              <a:rPr lang="fr-SN" b="1" dirty="0"/>
              <a:t>Rapport de </a:t>
            </a:r>
            <a:r>
              <a:rPr lang="fr-SN" b="1" dirty="0" smtClean="0"/>
              <a:t>Santé-Sénégal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05394" y="1711235"/>
            <a:ext cx="8712927" cy="836022"/>
          </a:xfrm>
        </p:spPr>
        <p:txBody>
          <a:bodyPr/>
          <a:lstStyle/>
          <a:p>
            <a:r>
              <a:rPr lang="fr-FR" b="1" dirty="0"/>
              <a:t>Conception et mise en œuvre d’une application web de téléconsultation médicale rurale avec chatbot intelligent au Sénégal</a:t>
            </a:r>
            <a:r>
              <a:rPr lang="fr-FR" dirty="0"/>
              <a:t> 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7623" y="2446424"/>
            <a:ext cx="6936377" cy="1965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3409950" algn="l"/>
              </a:tabLst>
            </a:pPr>
            <a:r>
              <a:rPr lang="fr-S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Etudiants</a:t>
            </a:r>
            <a:r>
              <a:rPr lang="fr-S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: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3409950" algn="l"/>
              </a:tabLst>
            </a:pPr>
            <a:r>
              <a:rPr lang="fr-SN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Khady.dieng6@unchk.edu.sn/N0575520202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3409950" algn="l"/>
              </a:tabLst>
            </a:pPr>
            <a:r>
              <a:rPr lang="fr-SN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mouhammadoulamine.dieng@unchk.edu.sn/N01576420201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3409950" algn="l"/>
              </a:tabLst>
            </a:pPr>
            <a:r>
              <a:rPr lang="fr-S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Sous la directive de 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S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fr-SN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							</a:t>
            </a:r>
            <a:r>
              <a:rPr lang="fr-SN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Mr.Diallo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45630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901337" y="1859340"/>
            <a:ext cx="824266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problématique</a:t>
            </a:r>
          </a:p>
          <a:p>
            <a:pPr algn="ctr"/>
            <a:endParaRPr lang="fr-FR" sz="24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Au Sénégal, les zones rurales ont </a:t>
            </a:r>
            <a:r>
              <a:rPr lang="fr-FR" b="1" dirty="0"/>
              <a:t>difficilement accès aux soins médicaux</a:t>
            </a:r>
            <a:r>
              <a:rPr lang="fr-FR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Problèmes principaux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éloignement des hôpitaux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manque de médecins spécialistes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coûts élevés de déplacement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délais de prise en </a:t>
            </a:r>
            <a:r>
              <a:rPr lang="fr-FR" dirty="0" smtClean="0"/>
              <a:t>charge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smtClean="0"/>
              <a:t> </a:t>
            </a:r>
            <a:endParaRPr lang="fr-FR" dirty="0"/>
          </a:p>
          <a:p>
            <a:r>
              <a:rPr lang="fr-FR" dirty="0" smtClean="0"/>
              <a:t> </a:t>
            </a:r>
            <a:r>
              <a:rPr lang="fr-FR" dirty="0"/>
              <a:t>Problématique :</a:t>
            </a:r>
            <a:br>
              <a:rPr lang="fr-FR" dirty="0"/>
            </a:br>
            <a:r>
              <a:rPr lang="fr-FR" b="1" dirty="0"/>
              <a:t>Comment offrir un accès simple, rapide et sécurisé aux soins à distance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39723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64" y="2394917"/>
            <a:ext cx="689718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Objectif du </a:t>
            </a: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</a:t>
            </a:r>
          </a:p>
          <a:p>
            <a:pPr algn="ctr"/>
            <a:endParaRPr lang="fr-FR" sz="24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Concevoir une </a:t>
            </a:r>
            <a:r>
              <a:rPr lang="fr-FR" b="1" dirty="0"/>
              <a:t>application web de téléconsultation médicale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Intégrer un </a:t>
            </a:r>
            <a:r>
              <a:rPr lang="fr-FR" b="1" dirty="0"/>
              <a:t>chatbot intelligent</a:t>
            </a:r>
            <a:r>
              <a:rPr lang="fr-FR" dirty="0"/>
              <a:t> </a:t>
            </a:r>
          </a:p>
          <a:p>
            <a:r>
              <a:rPr lang="fr-FR" b="1" dirty="0"/>
              <a:t>Objectifs spécifiques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Inscription sécurisée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Prise de rendez-vous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Consultation à distance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Gestion des dossiers médicaux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Ordonnances numériques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Espace administrateur</a:t>
            </a:r>
          </a:p>
        </p:txBody>
      </p:sp>
    </p:spTree>
    <p:extLst>
      <p:ext uri="{BB962C8B-B14F-4D97-AF65-F5344CB8AC3E}">
        <p14:creationId xmlns:p14="http://schemas.microsoft.com/office/powerpoint/2010/main" val="8225751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725" y="2776584"/>
            <a:ext cx="76940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Importance du </a:t>
            </a: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</a:t>
            </a:r>
          </a:p>
          <a:p>
            <a:pPr algn="ctr"/>
            <a:endParaRPr lang="fr-FR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Sociale</a:t>
            </a:r>
            <a:r>
              <a:rPr lang="fr-FR" dirty="0"/>
              <a:t> : réduire les inégalités urbain/rural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Sanitaire</a:t>
            </a:r>
            <a:r>
              <a:rPr lang="fr-FR" dirty="0"/>
              <a:t> : améliorer la prise en charge des patients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Technologique</a:t>
            </a:r>
            <a:r>
              <a:rPr lang="fr-FR" dirty="0"/>
              <a:t> : participer à la digitalisation de la santé </a:t>
            </a:r>
          </a:p>
        </p:txBody>
      </p:sp>
    </p:spTree>
    <p:extLst>
      <p:ext uri="{BB962C8B-B14F-4D97-AF65-F5344CB8AC3E}">
        <p14:creationId xmlns:p14="http://schemas.microsoft.com/office/powerpoint/2010/main" val="3204442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8274" y="2473460"/>
            <a:ext cx="85300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Analyse de </a:t>
            </a: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l’existant</a:t>
            </a:r>
          </a:p>
          <a:p>
            <a:pPr algn="ctr"/>
            <a:endParaRPr lang="fr-FR" sz="24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Système actuel majoritairement </a:t>
            </a:r>
            <a:r>
              <a:rPr lang="fr-FR" b="1" dirty="0"/>
              <a:t>manuel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Problèmes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pas de système centralisé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suivi difficile des patients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communication limitée</a:t>
            </a:r>
          </a:p>
        </p:txBody>
      </p:sp>
    </p:spTree>
    <p:extLst>
      <p:ext uri="{BB962C8B-B14F-4D97-AF65-F5344CB8AC3E}">
        <p14:creationId xmlns:p14="http://schemas.microsoft.com/office/powerpoint/2010/main" val="3969335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1703" y="1582341"/>
            <a:ext cx="858229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Besoins des utilisateurs</a:t>
            </a:r>
          </a:p>
          <a:p>
            <a:r>
              <a:rPr lang="fr-FR" b="1" dirty="0">
                <a:solidFill>
                  <a:schemeClr val="accent2"/>
                </a:solidFill>
              </a:rPr>
              <a:t>Patient</a:t>
            </a:r>
            <a:r>
              <a:rPr lang="fr-FR" b="1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Créer compte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Prendre rendez-vous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Consulter à distance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Recevoir ordonnance </a:t>
            </a:r>
          </a:p>
          <a:p>
            <a:r>
              <a:rPr lang="fr-FR" b="1" dirty="0">
                <a:solidFill>
                  <a:schemeClr val="accent2"/>
                </a:solidFill>
              </a:rPr>
              <a:t>Médecin</a:t>
            </a:r>
            <a:r>
              <a:rPr lang="fr-FR" b="1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Gérer rendez-vous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Consulter dossiers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Faire téléconsultation </a:t>
            </a:r>
          </a:p>
          <a:p>
            <a:r>
              <a:rPr lang="fr-FR" b="1" dirty="0">
                <a:solidFill>
                  <a:schemeClr val="accent2"/>
                </a:solidFill>
              </a:rPr>
              <a:t>Administrateur</a:t>
            </a:r>
            <a:r>
              <a:rPr lang="fr-FR" b="1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Gérer utilisateurs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Superviser la plateforme </a:t>
            </a:r>
          </a:p>
        </p:txBody>
      </p:sp>
    </p:spTree>
    <p:extLst>
      <p:ext uri="{BB962C8B-B14F-4D97-AF65-F5344CB8AC3E}">
        <p14:creationId xmlns:p14="http://schemas.microsoft.com/office/powerpoint/2010/main" val="189302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9085" y="2010902"/>
            <a:ext cx="8347166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Faisabilité et analyse </a:t>
            </a: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SWOT</a:t>
            </a:r>
          </a:p>
          <a:p>
            <a:endParaRPr lang="fr-FR" sz="24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 smtClean="0"/>
              <a:t>✔Faisabilité </a:t>
            </a:r>
            <a:r>
              <a:rPr lang="fr-FR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Technique : React, Node.js, MySQL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Économique : technologies open source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Opérationnelle : accessible via </a:t>
            </a:r>
            <a:r>
              <a:rPr lang="fr-FR" dirty="0" smtClean="0"/>
              <a:t>navigateur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 </a:t>
            </a:r>
            <a:endParaRPr lang="fr-FR" dirty="0"/>
          </a:p>
          <a:p>
            <a:r>
              <a:rPr lang="fr-FR" b="1" dirty="0" smtClean="0"/>
              <a:t> </a:t>
            </a:r>
            <a:r>
              <a:rPr lang="fr-FR" b="1" dirty="0"/>
              <a:t>SWOT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Forces</a:t>
            </a:r>
            <a:r>
              <a:rPr lang="fr-FR" dirty="0"/>
              <a:t> : accès rapide, innovation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Faiblesses</a:t>
            </a:r>
            <a:r>
              <a:rPr lang="fr-FR" dirty="0"/>
              <a:t> : dépendance 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Opportunités</a:t>
            </a:r>
            <a:r>
              <a:rPr lang="fr-FR" dirty="0"/>
              <a:t> : croissance e-santé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Menaces</a:t>
            </a:r>
            <a:r>
              <a:rPr lang="fr-FR" dirty="0"/>
              <a:t> : cyberattaques, pannes </a:t>
            </a:r>
          </a:p>
        </p:txBody>
      </p:sp>
    </p:spTree>
    <p:extLst>
      <p:ext uri="{BB962C8B-B14F-4D97-AF65-F5344CB8AC3E}">
        <p14:creationId xmlns:p14="http://schemas.microsoft.com/office/powerpoint/2010/main" val="3955955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8457" y="1582341"/>
            <a:ext cx="842554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Fonctionnalités principales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Authentification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Gestion des rendez-vous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Téléconsultation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Messagerie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Chatbot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Ordonnances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Notifications </a:t>
            </a:r>
          </a:p>
          <a:p>
            <a:r>
              <a:rPr lang="fr-FR" b="1" dirty="0"/>
              <a:t>Contraintes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Sécurité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Confidentialité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Ergonomie</a:t>
            </a:r>
          </a:p>
        </p:txBody>
      </p:sp>
    </p:spTree>
    <p:extLst>
      <p:ext uri="{BB962C8B-B14F-4D97-AF65-F5344CB8AC3E}">
        <p14:creationId xmlns:p14="http://schemas.microsoft.com/office/powerpoint/2010/main" val="21839470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247416"/>
            <a:ext cx="84124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Architecture du </a:t>
            </a: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système</a:t>
            </a:r>
          </a:p>
          <a:p>
            <a:pPr algn="ctr"/>
            <a:endParaRPr lang="fr-FR" sz="24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1"/>
          <a:stretch/>
        </p:blipFill>
        <p:spPr>
          <a:xfrm>
            <a:off x="868991" y="1267095"/>
            <a:ext cx="8183569" cy="48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217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263" y="265671"/>
            <a:ext cx="85692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fr-FR" sz="24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Diégramme</a:t>
            </a: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séquence </a:t>
            </a:r>
            <a:endParaRPr lang="fr-FR" sz="2400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4" y="927891"/>
            <a:ext cx="7897122" cy="4830818"/>
          </a:xfrm>
          <a:prstGeom prst="rect">
            <a:avLst/>
          </a:prstGeom>
        </p:spPr>
      </p:pic>
      <p:sp>
        <p:nvSpPr>
          <p:cNvPr id="4" name="Étoile à 5 branches 3"/>
          <p:cNvSpPr/>
          <p:nvPr/>
        </p:nvSpPr>
        <p:spPr>
          <a:xfrm>
            <a:off x="8307977" y="5185954"/>
            <a:ext cx="444137" cy="389875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84637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939142" y="266003"/>
            <a:ext cx="35237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SN" dirty="0" smtClean="0"/>
              <a:t>DIAGRAMME DE CAS D’utilisation</a:t>
            </a:r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549" y="836023"/>
            <a:ext cx="6961868" cy="555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11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3326" y="2413338"/>
            <a:ext cx="866067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Planning du projet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Semaine 1 : Analyse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Semaine 2 : Conception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Semaines 3-4 : Frontend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Semaines 5-6 : Backend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Semaine 7 : Tests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Semaine 8 : Déploiement</a:t>
            </a:r>
          </a:p>
        </p:txBody>
      </p:sp>
    </p:spTree>
    <p:extLst>
      <p:ext uri="{BB962C8B-B14F-4D97-AF65-F5344CB8AC3E}">
        <p14:creationId xmlns:p14="http://schemas.microsoft.com/office/powerpoint/2010/main" val="300627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0709" y="2577962"/>
            <a:ext cx="8072845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Projet innovant adapté au Sénégal 🇸🇳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Permet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améliorer l’accès aux soins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digitaliser les services médicaux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faciliter la communication patient-médecin</a:t>
            </a:r>
          </a:p>
        </p:txBody>
      </p:sp>
    </p:spTree>
    <p:extLst>
      <p:ext uri="{BB962C8B-B14F-4D97-AF65-F5344CB8AC3E}">
        <p14:creationId xmlns:p14="http://schemas.microsoft.com/office/powerpoint/2010/main" val="26026219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8836</TotalTime>
  <Words>309</Words>
  <Application>Microsoft Office PowerPoint</Application>
  <PresentationFormat>Grand écran</PresentationFormat>
  <Paragraphs>94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Trebuchet MS</vt:lpstr>
      <vt:lpstr>Wingdings 3</vt:lpstr>
      <vt:lpstr>Facette</vt:lpstr>
      <vt:lpstr>Rapport de Santé-Sénégal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Aida Sy Niang</dc:creator>
  <cp:lastModifiedBy>Aida Sy Niang</cp:lastModifiedBy>
  <cp:revision>13</cp:revision>
  <dcterms:created xsi:type="dcterms:W3CDTF">2026-04-08T20:50:20Z</dcterms:created>
  <dcterms:modified xsi:type="dcterms:W3CDTF">2026-04-15T00:06:27Z</dcterms:modified>
</cp:coreProperties>
</file>